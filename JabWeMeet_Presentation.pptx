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E22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046720" cy="4023360"/>
          </a:xfrm>
          <a:prstGeom prst="rect">
            <a:avLst>
              <a:gd name="adj" fmla="val 3409"/>
            </a:avLst>
          </a:prstGeom>
          <a:solidFill>
            <a:srgbClr val="5C1331"/>
          </a:solidFill>
          <a:ln w="19050">
            <a:solidFill>
              <a:srgbClr val="A838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05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JAB WE MEET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05840" y="178308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BC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Next-Generation Real-World Dating, Curated Blind Date &amp; Emotional Wellness Platform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7315200" cy="411480"/>
          </a:xfrm>
          <a:prstGeom prst="rect">
            <a:avLst/>
          </a:prstGeom>
          <a:solidFill>
            <a:srgbClr val="7E22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 with a Breakup Buddy  •  Match via AI &amp; Relationship Manager  •  Meet on Safe Blind Dates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Next.js • Node.js • PostgreSQL &amp; Prisma • Socket.IO &amp; WebRTC • Gemini AI • Razorpay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E224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E22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Brief Introduction &amp; 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traditional dating apps fail modern singles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JabWeMeet Project Presentation  |  Slide 2 of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776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3D8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2248"/>
                </a:solidFill>
              </a:rPr>
              <a:t>Problems in Current Dating Apps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611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Endless Swiping &amp; Texting: 80% of matches on Tinder or Bumble never meet in real life.</a:t>
            </a:r>
            <a:endParaRPr lang="en-US" sz="115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Fake Profiles &amp; Ghosting: No human verification leads to time-wasting and catfishing.</a:t>
            </a:r>
            <a:endParaRPr lang="en-US" sz="115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Unsafe First Meetings: Users have to plan dates alone with strangers at unverified locations.</a:t>
            </a:r>
            <a:endParaRPr lang="en-US" sz="115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Zero Emotional Support: Apps ignore users suffering from heartbreak, loneliness, or breakup stress.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3977640" cy="3611880"/>
          </a:xfrm>
          <a:prstGeom prst="rect">
            <a:avLst/>
          </a:prstGeom>
          <a:solidFill>
            <a:srgbClr val="FAF0F4"/>
          </a:solidFill>
          <a:ln w="19050">
            <a:solidFill>
              <a:srgbClr val="7E22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2248"/>
                </a:solidFill>
              </a:rPr>
              <a:t>Our Solution: JabWeMeet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611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JabWeMeet is a complete relationship &amp; emotional wellness platform.</a:t>
            </a:r>
            <a:endParaRPr lang="en-US" sz="115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1. Arrange Blind Dates: A dedicated Relationship Manager matches compatible users and arranges real Blind Dates at verified Partner Cafes.</a:t>
            </a:r>
            <a:endParaRPr lang="en-US" sz="115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2. Breakup Buddy Support: Heartbroken users get 30 minutes of FREE Voice Call &amp; Live Chat with a listener.</a:t>
            </a:r>
            <a:endParaRPr lang="en-US" sz="115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3. Offline Social Events: Verified singles mixers and speed-dating events in your city.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E224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E22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Core Features of JabWeMeet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pillars that cover the complete relationship journey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JabWeMeet Project Presentation  |  Slide 3 of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2336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F3D8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2248"/>
                </a:solidFill>
              </a:rPr>
              <a:t>1. Curated Blind Date &amp; Cafe Booking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Instead of endless chatting, once two matched users approve each other, our platform fixes a real Blind Date and books a table for 2 at a safe Partner Cafe. First date is free!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F3D8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2248"/>
                </a:solidFill>
              </a:rPr>
              <a:t>2. AI + Human Relationship Manager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Combines Google Gemini AI compatibility scoring with a real human Relationship Manager who studies preferences and introduces verified, serious profiles.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402336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F3D8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2248"/>
                </a:solidFill>
              </a:rPr>
              <a:t>3. Breakup Buddy (30m Free Call &amp; Chat)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Users dealing with heartbreak can talk to a certified Breakup Buddy via WebRTC Voice Call or Live Chat. Strictly 30 minutes free, tracked only when both are live.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880360"/>
            <a:ext cx="402336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F3D8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2248"/>
                </a:solidFill>
              </a:rPr>
              <a:t>4. Verified Offline Social Events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3832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Hosts organize curated offline coffee mixers, hobby meetups, and speed dating with instant ticket booking and automated 24-hour email reminders.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E224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E22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Unique Feature #1: Arranged Blind Dates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JabWeMeet takes users from online match to a safe real-world cafe date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JabWeMeet Project Presentation  |  Slide 4 of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572768" cy="228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7E22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61872"/>
            <a:ext cx="1389888" cy="274320"/>
          </a:xfrm>
          <a:prstGeom prst="rect">
            <a:avLst/>
          </a:prstGeom>
          <a:solidFill>
            <a:srgbClr val="7E22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2248"/>
                </a:solidFill>
              </a:rPr>
              <a:t>AI + RM Match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13898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Relationship Manager uses AI compatibility to suggest a match to both users.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03120" y="1143000"/>
            <a:ext cx="1572768" cy="228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7E22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261872"/>
            <a:ext cx="1389888" cy="274320"/>
          </a:xfrm>
          <a:prstGeom prst="rect">
            <a:avLst/>
          </a:prstGeom>
          <a:solidFill>
            <a:srgbClr val="7E22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1627632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2248"/>
                </a:solidFill>
              </a:rPr>
              <a:t>Dual Approval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194560" y="1993392"/>
            <a:ext cx="13898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Both users review and click Approve. The 1st curated date is 100% FREE.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94760" y="1143000"/>
            <a:ext cx="1572768" cy="2286000"/>
          </a:xfrm>
          <a:prstGeom prst="rect">
            <a:avLst/>
          </a:prstGeom>
          <a:solidFill>
            <a:srgbClr val="FAF0F4"/>
          </a:solidFill>
          <a:ln w="15240">
            <a:solidFill>
              <a:srgbClr val="7E22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1261872"/>
            <a:ext cx="1389888" cy="274320"/>
          </a:xfrm>
          <a:prstGeom prst="rect">
            <a:avLst/>
          </a:prstGeom>
          <a:solidFill>
            <a:srgbClr val="7E22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86200" y="1627632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2248"/>
                </a:solidFill>
              </a:rPr>
              <a:t>Blind Date Fixed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86200" y="1993392"/>
            <a:ext cx="13898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Manager fixes the Date, Time &amp; Venue (DateFixed) and sends instant notifications.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1143000"/>
            <a:ext cx="1572768" cy="2286000"/>
          </a:xfrm>
          <a:prstGeom prst="rect">
            <a:avLst/>
          </a:prstGeom>
          <a:solidFill>
            <a:srgbClr val="FAF0F4"/>
          </a:solidFill>
          <a:ln w="15240">
            <a:solidFill>
              <a:srgbClr val="7E22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1261872"/>
            <a:ext cx="1389888" cy="274320"/>
          </a:xfrm>
          <a:prstGeom prst="rect">
            <a:avLst/>
          </a:prstGeom>
          <a:solidFill>
            <a:srgbClr val="7E22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77840" y="1627632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2248"/>
                </a:solidFill>
              </a:rPr>
              <a:t>Partner Cafe Table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577840" y="1993392"/>
            <a:ext cx="13898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Users book a reserved Table for 2 at a verified Partner Cafe inside the app.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78040" y="1143000"/>
            <a:ext cx="1572768" cy="228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7E22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9480" y="1261872"/>
            <a:ext cx="1389888" cy="274320"/>
          </a:xfrm>
          <a:prstGeom prst="rect">
            <a:avLst/>
          </a:prstGeom>
          <a:solidFill>
            <a:srgbClr val="7E22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69480" y="1627632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2248"/>
                </a:solidFill>
              </a:rPr>
              <a:t>Post-Date Review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269480" y="1993392"/>
            <a:ext cx="13898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After meeting, both submit verified feedback to ensure safety and quality.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3657600"/>
            <a:ext cx="8321040" cy="91440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79476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Why this is unique: Other dating apps leave users to plan everything alone with strangers. JabWeMeet arranges the Blind Date at a verified Partner Cafe so women and men feel 100% safe.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E224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E22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Unique Feature #2: Breakup Buddy &amp; Smart 30m Timer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WebRTC voice calling &amp; live chat with accurate mutual-presence tracking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JabWeMeet Project Presentation  |  Slide 5 of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3520440"/>
          </a:xfrm>
          <a:prstGeom prst="rect">
            <a:avLst/>
          </a:prstGeom>
          <a:solidFill>
            <a:srgbClr val="FFFFFF"/>
          </a:solidFill>
          <a:ln w="15240">
            <a:solidFill>
              <a:srgbClr val="F3D8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34440"/>
            <a:ext cx="777240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b="1" dirty="0">
                <a:solidFill>
                  <a:srgbClr val="7E2248"/>
                </a:solidFill>
              </a:rPr>
              <a:t>Strict 30-Minute Free Shared Quota (Call + Chat Combined):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   Every user gets 30 minutes (1800 seconds) free to either talk on a Voice Call or Chat with their Breakup Buddy.</a:t>
            </a:r>
            <a:endParaRPr lang="en-US" sz="11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b="1" dirty="0">
                <a:solidFill>
                  <a:srgbClr val="7E2248"/>
                </a:solidFill>
              </a:rPr>
              <a:t>Counts ONLY When Both User &amp; Breakup Buddy Are Connected: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   The timer never wastes time waiting. It ticks only when both User and Buddy are live in the chat room or connected on the voice call.</a:t>
            </a:r>
            <a:endParaRPr lang="en-US" sz="11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b="1" dirty="0">
                <a:solidFill>
                  <a:srgbClr val="7E2248"/>
                </a:solidFill>
              </a:rPr>
              <a:t>Resumes From Exact Previous Time Across Sessions: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   If a user talks for 5 minutes and hangs up, the database saves 5:00 used, and the next call or chat resumes from 25:00 remaining.</a:t>
            </a:r>
            <a:endParaRPr lang="en-US" sz="11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b="1" dirty="0">
                <a:solidFill>
                  <a:srgbClr val="7E2248"/>
                </a:solidFill>
              </a:rPr>
              <a:t>Privacy-First WebRTC Calling &amp; Subscription Paywall: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   Browser-to-browser audio calls require zero phone number sharing. After 30 minutes, users can buy an hourly/weekly pass via Razorpay.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E224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E22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Multi-Role Dashboards in JabWeMeet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dedicated dashboards powering the entire platform ecosystem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JabWeMeet Project Presentation  |  Slide 6 of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3D8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43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2248"/>
                </a:solidFill>
              </a:rPr>
              <a:t>1. User Dashboard (/dashboard)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143560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Approve matches, view Blind Dates, book Partner Cafe tables, join events, and call/chat with Breakup Buddy.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3D8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143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2248"/>
                </a:solidFill>
              </a:rPr>
              <a:t>2. Breakup Buddy (/breakup-buddy/dashboard)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00600" y="143560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Claim user requests live, accept WebRTC voice calls, chat with live 30m timer, manage schedule &amp; 95% earnings.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3D8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331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2248"/>
                </a:solidFill>
              </a:rPr>
              <a:t>3. Relationship Manager (/matchmaker/dashboard)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262432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Run AI compatibility checks, send match suggestions, track BothApproved status, and fix Blind Dates.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24028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3D8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331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2248"/>
                </a:solidFill>
              </a:rPr>
              <a:t>4. Partner Cafe (/cafe/dashboard)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00600" y="262432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Manage table reservations for Blind Date couples, update cafe photos, menu items, capacity, and time slots.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3D8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520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2248"/>
                </a:solidFill>
              </a:rPr>
              <a:t>5. Event Host (/host/dashboard)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4360" y="381304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Create and publish offline singles mixers, manage ticket bookings, check attendee lists, and track revenue.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42900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3D8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520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2248"/>
                </a:solidFill>
              </a:rPr>
              <a:t>6. Super Admin (/admin)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00600" y="381304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Approve staff KYC documents, manage packages &amp; pricing, monitor platform commissions, refunds, and tickets.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E224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E22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Comparison: JabWeMeet vs. Other Dating Apps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our platform outperforms Tinder, Bumble, Hinge, Aisle, and TrulyMadly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JabWeMeet Project Presentation  |  Slide 7 of 10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920240"/>
                <a:gridCol w="1828800"/>
                <a:gridCol w="24688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22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Tinder / Bumble / Hinge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22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Aisle / TrulyMadly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22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JabWeMeet (Ours)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22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How Users Match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Endless photo swiping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Self-browsing profiles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E2248"/>
                          </a:solidFill>
                        </a:rPr>
                        <a:t>AI + Human Relationship Manager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Blind Date Arrangement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No (Users plan alone)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Yes — RM fixes Blind Date (DateFixed)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Safe Partner Cafe Booking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Built-in Table Booking for 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First Curated Date Free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Yes — 1st Blind Date is Free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Breakup / Emotional Support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Breakup Buddy (30m Free Call &amp; Chat)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Offline Singles 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Curated City Mixers &amp; Meetups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Post-Date Feedback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Only block/report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Only block/report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Verified Post-Date Rating System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3D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E224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E22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Technology Stack &amp;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Modern, scalable full-stack architecture powering real-time calls, AI matching, and payments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JabWeMeet Project Presentation  |  Slide 8 of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517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E22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E2248"/>
                </a:solidFill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Next.js (App Router), React, TypeScript, Tailwind CSS, Lucide Icons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6517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E22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325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E2248"/>
                </a:solidFill>
              </a:rPr>
              <a:t>Backend &amp; API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7373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Node.js, Express.js, JWT Cookie Auth, Role-Based Access Control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143000"/>
            <a:ext cx="26517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E22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325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E2248"/>
                </a:solidFill>
              </a:rPr>
              <a:t>Database &amp; ORM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72200" y="17373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PostgreSQL (Neon Serverless DB) + Prisma ORM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26517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E22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017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E2248"/>
                </a:solidFill>
              </a:rPr>
              <a:t>Real-Time &amp; Voice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4290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Socket.IO (Signaling, Presence &amp; Live Timer) + WebRTC Audio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46120" y="2834640"/>
            <a:ext cx="26517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E22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3017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E2248"/>
                </a:solidFill>
              </a:rPr>
              <a:t>AI Matchmaking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34290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Google Gemini 2.5 Flash AI for Profile Compatibility Scoring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2834640"/>
            <a:ext cx="26517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E22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3017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E2248"/>
                </a:solidFill>
              </a:rPr>
              <a:t>Payments &amp; Email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72200" y="34290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Razorpay Payment Gateway (HMAC Verified) + Nodemailer Alerts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E224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E22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 Why JabWeMeet Matters (Presentation Highlights)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points to speak during your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JabWeMeet Project Presentation  |  Slide 9 of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3520440"/>
          </a:xfrm>
          <a:prstGeom prst="rect">
            <a:avLst/>
          </a:prstGeom>
          <a:solidFill>
            <a:srgbClr val="FAF0F4"/>
          </a:solidFill>
          <a:ln w="15240">
            <a:solidFill>
              <a:srgbClr val="7E22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34440"/>
            <a:ext cx="768096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1. Solves Dating App Burnout: We replace superficial left/right swiping with human-guided matchmaking and real-world meetings.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2. Safe Arranged Blind Dates: Couples don't meet at random unknown places—our Relationship Manager sets the date and books a table at a verified Partner Cafe.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3. Emotional Care First: Heartbroken users can heal first using 30 minutes of free Voice Call &amp; Live Chat with a Breakup Buddy.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4. Fair &amp; Smart Billing: The 30-minute free timer counts only when both User and Breakup Buddy are connected, and resumes accurately across sessions.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5. Complete Revenue Model: Earns via Breakup Buddy passes (5% platform fee), Matchmaking date packages, and Event Host subscriptions.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7E22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097280" y="22860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BCF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don't just match profiles on a screen — we help people heal, connect, and meet safely in the real world.”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0" y="3383280"/>
            <a:ext cx="3657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E2248"/>
                </a:solidFill>
              </a:rPr>
              <a:t>Questions &amp; Live Demo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JabWeMeet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JabWeMeet - Real-World Dating, Blind Dates &amp; Emotional Wellness Platform</dc:title>
  <dc:subject>JabWeMeet Project Presentation</dc:subject>
  <dc:creator>JabWeMeet Team</dc:creator>
  <cp:lastModifiedBy>JabWeMeet Team</cp:lastModifiedBy>
  <cp:revision>1</cp:revision>
  <dcterms:created xsi:type="dcterms:W3CDTF">2026-10-12T07:23:38Z</dcterms:created>
  <dcterms:modified xsi:type="dcterms:W3CDTF">2026-10-12T07:23:38Z</dcterms:modified>
</cp:coreProperties>
</file>